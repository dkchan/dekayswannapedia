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Symphony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编排框架 · 从监督 Agent 到管理任务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274320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核心理念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管理任务，而非监督 Agent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Linear 看板 → Symphony → Agent 派生 → 工作证明 → PR 合并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工作证明：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• CI 状态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• PR 审查反馈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• 复杂度分析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• 演示视频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9260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292608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架构组件 (8个)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调度层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• Workflow Loader - 配置加载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• Config Layer - 配置解析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• Orchestrator - 调度核心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执行层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• Issue Tracker Client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• Workspace Manager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• Agent Runner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• Status Surface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00584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005840"/>
            <a:ext cx="256032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051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关键特性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13716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配置即代码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WORKFLOW.md 定义完整工作流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安全隔离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每个 Issue 独立工作空间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可靠调度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并发控制 + 指数退避重试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动态重载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配置修改自动生效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8595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71800"/>
            <a:ext cx="859536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0175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工作流程与生命周期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155448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747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监控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703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轮询 Linear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11680" y="3703320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07108" y="3566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148840" y="3429000"/>
            <a:ext cx="155448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2148840" y="34747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派发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148840" y="3703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 Workspace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03320" y="3703320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98748" y="3566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▶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840480" y="3429000"/>
            <a:ext cx="155448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0" y="34747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执行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40480" y="3703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运行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94960" y="3703320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0388" y="3566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▶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532120" y="3429000"/>
            <a:ext cx="155448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5532120" y="34747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证明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32120" y="3703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CI/视频/分析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086600" y="3703320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82028" y="3566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▶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23760" y="3429000"/>
            <a:ext cx="155448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0" y="34747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合并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223760" y="3703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Land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生命周期: Unclaimed → Claimed → Running → [RetryQueued] → Released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安全不变式: Agent 只在 Workspace 内运行 | 路径必须在 root 下 | 目录名 sanitized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OpenAI Symphony 一图流</dc:title>
  <dc:subject>PptxGenJS Presentation</dc:subject>
  <dc:creator>AI Assistant</dc:creator>
  <cp:lastModifiedBy>AI Assistant</cp:lastModifiedBy>
  <cp:revision>1</cp:revision>
  <dcterms:created xsi:type="dcterms:W3CDTF">2026-04-27T19:06:09Z</dcterms:created>
  <dcterms:modified xsi:type="dcterms:W3CDTF">2026-04-27T19:06:09Z</dcterms:modified>
</cp:coreProperties>
</file>